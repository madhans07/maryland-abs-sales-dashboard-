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4E5AC-728D-4062-9311-E97588C59F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DF7682-C501-EDCB-DECC-3949B1B47E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3D1312-6D5F-7BD6-0EF3-C13192836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77283-52FA-40B0-9458-6EDCB53488C0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8279D-3733-09FB-1442-F62F8DDFD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3792E2-E2E8-D8FB-9D0C-36199B96E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8427E-C7DD-440C-A0CA-7A0EAF39C6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72045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E05D5-8775-AC6C-21BE-8CBADDFEF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0C62FC-05A4-BF91-7D5D-F1434A8329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40AED9-2828-F476-7A38-FAD5B6235F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77283-52FA-40B0-9458-6EDCB53488C0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771E1E-C99D-C4F3-D316-E9F025224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ECE425-6A3B-339A-AF01-A47274479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8427E-C7DD-440C-A0CA-7A0EAF39C6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5971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E68A8-E261-403F-ABC8-5FA1B0E2B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0DC965-7D0B-FA23-B7B2-2A5D4D60F6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A44F6C-6519-F86F-B22F-78A0150FA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77283-52FA-40B0-9458-6EDCB53488C0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3157BE-7451-41CD-88CB-9BBE4C4CC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59B4DC-1D35-87F0-A88C-A39C052CC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8427E-C7DD-440C-A0CA-7A0EAF39C6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62212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C88951-917F-1ED2-49B7-8547A423C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F1FF8B-12A2-732D-288F-7A49C3B340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4F6800-9E7D-CE9F-BE19-E31C41CE54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ADCFEF-B1C2-303F-E2EA-200CADBEDD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77283-52FA-40B0-9458-6EDCB53488C0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684A0E-33D8-F382-4138-27A639FA3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14C3CA-A2A9-43D3-AFB9-7CC837D21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8427E-C7DD-440C-A0CA-7A0EAF39C6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15921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9E4BC-4023-6B80-9E76-9AB88429C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B57CD3-2AE3-8C24-3A6F-1F4A177A0F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307E17-2C43-3628-37A5-CFFFA2E5CF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C8C2E3-2BDD-524A-3D50-BB3B1396BF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374C1A-974A-D3E7-EE17-992D2A1142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139A352-D2C9-6C28-FB17-927C1CE7A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77283-52FA-40B0-9458-6EDCB53488C0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A12C56-3E66-AC21-BE79-69D4B36D0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903543F-4103-11CD-7E75-1DAB6B4FA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8427E-C7DD-440C-A0CA-7A0EAF39C6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29242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ACA78-FBDD-03A8-3876-0421CFCF7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C13C-3BB1-C047-73C3-F22040E9A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77283-52FA-40B0-9458-6EDCB53488C0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CB23CA-B236-0F65-BCDF-DC937EAFF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F970DD-88FD-427E-B9DF-99D08492E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8427E-C7DD-440C-A0CA-7A0EAF39C6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22584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C26458-9750-1866-8F9C-75097E3A6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77283-52FA-40B0-9458-6EDCB53488C0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A0636B-9987-B212-D672-29CEF898B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10A465-9200-A78B-4CBF-D8858DE81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8427E-C7DD-440C-A0CA-7A0EAF39C6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33938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064B4-F270-844E-B742-A2ADACB27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8E2055-C8A1-99A9-FD0D-9C72B44F5D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9F541C-5547-D4AB-28FD-33831A2E90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C3B3A4-E8C3-7DCA-F438-BF6971F59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77283-52FA-40B0-9458-6EDCB53488C0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3D1423-0B5F-D6AC-91C7-30B280BA7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A6F594-DB9A-ECDD-7501-51E760DF3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8427E-C7DD-440C-A0CA-7A0EAF39C6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43022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3F998-1F20-058E-DB5C-E49303AA7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91377A-CD24-DAEF-11CE-9E32071E32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ABB784-FE3D-1440-7591-5D0C348BE9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D889EF-BC95-3D10-F47D-E4B9DECD6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77283-52FA-40B0-9458-6EDCB53488C0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3801FF-785F-1765-414F-415F0E6A2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A26367-43BB-6509-8FD0-9549652F4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8427E-C7DD-440C-A0CA-7A0EAF39C6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96809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E9B38-AA43-C439-2A0A-360B13CB3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2DCE0E-A89D-7418-6B50-BE7E5110D3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B2A215-EF46-827A-2EFB-ED8E4329E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77283-52FA-40B0-9458-6EDCB53488C0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304CD1-A6A8-8140-CE9A-FAC5BF30F3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2551CA-FBCA-7DA7-502E-A201DDF72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8427E-C7DD-440C-A0CA-7A0EAF39C6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77150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A3F42D8-9755-B6CD-2387-9709E10E95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275044-420C-A9C5-CFE3-B17277E716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54946F-4199-7D8B-F57B-7F2EEACEE3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77283-52FA-40B0-9458-6EDCB53488C0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04A8B9-0BB6-332F-56D1-FC3B78D2E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4A097C-AC5A-1D86-95CB-6BC04461F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8427E-C7DD-440C-A0CA-7A0EAF39C6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12708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9D1E51-2972-D037-FDCC-1E7A4DAFA1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5799D6-2B87-ADAD-8829-D0C70894CD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480748-7FF8-6301-6B13-5052756553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677283-52FA-40B0-9458-6EDCB53488C0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32BC8E-6641-9D66-3BA1-46E1FA0C6B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053DAC-434A-1FF2-F0C5-3956DA6C9E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68427E-C7DD-440C-A0CA-7A0EAF39C6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68380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E16B5-79DC-2212-B162-645C876C17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621935"/>
            <a:ext cx="9144000" cy="161412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Warehouse and Retail Sales Dashboard (2017–2020)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47725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447F7-550B-11C8-07A1-F98689647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6132"/>
            <a:ext cx="10515600" cy="647598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0C5581F-DF00-C8B7-C2EF-A3BB0CC4960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66584" y="1113763"/>
            <a:ext cx="11058832" cy="55415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analyzes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warehouse and retail sales performance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of the Montgomery County Alcohol Beverage Services (ABS).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dataset includes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business data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such as item type, supplier, retail and warehouse sales, and yearly performance.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aim is to explore, analyze, and visualize key sales insights using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Power BI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IN" sz="1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clean, prepare, and visualize business-related data using Power BI.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identify key performance indicators (KPIs) such as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Retail Sales, Warehouse Sales, and Average Retail Sales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analyze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trends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over time.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create an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dashboard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providing clear and concise business insights.</a:t>
            </a:r>
          </a:p>
        </p:txBody>
      </p:sp>
    </p:spTree>
    <p:extLst>
      <p:ext uri="{BB962C8B-B14F-4D97-AF65-F5344CB8AC3E}">
        <p14:creationId xmlns:p14="http://schemas.microsoft.com/office/powerpoint/2010/main" val="15791842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2B7CE-7DD6-ACF3-53DB-83BE12DB54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73740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ADFFB4-B2A0-BC78-11D9-9259C80A1A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7354"/>
            <a:ext cx="10515600" cy="5165519"/>
          </a:xfrm>
        </p:spPr>
        <p:txBody>
          <a:bodyPr>
            <a:noAutofit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Name: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Warehouse and Retail Sales Dataset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Montgomery County Open Data Portal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Attributes</a:t>
            </a: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70000"/>
              </a:lnSpc>
            </a:pP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ITEM CODE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Unique identifier for each product</a:t>
            </a:r>
          </a:p>
          <a:p>
            <a:pPr lvl="1">
              <a:lnSpc>
                <a:spcPct val="170000"/>
              </a:lnSpc>
            </a:pP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ITEM DESCRIPTION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Name of the product</a:t>
            </a:r>
          </a:p>
          <a:p>
            <a:pPr lvl="1">
              <a:lnSpc>
                <a:spcPct val="170000"/>
              </a:lnSpc>
            </a:pP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ITEM TYPE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Category (Wine, Beer, Liquor, etc.)</a:t>
            </a:r>
          </a:p>
          <a:p>
            <a:pPr lvl="1">
              <a:lnSpc>
                <a:spcPct val="170000"/>
              </a:lnSpc>
            </a:pP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RETAIL SALES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Sales value from retail stores</a:t>
            </a:r>
          </a:p>
          <a:p>
            <a:pPr lvl="1">
              <a:lnSpc>
                <a:spcPct val="170000"/>
              </a:lnSpc>
            </a:pP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RETAIL TRANSFERS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Transferred sales data</a:t>
            </a:r>
          </a:p>
          <a:p>
            <a:pPr lvl="1">
              <a:lnSpc>
                <a:spcPct val="170000"/>
              </a:lnSpc>
            </a:pP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WAREHOUSE SALES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Sales through warehouse distribution</a:t>
            </a:r>
          </a:p>
          <a:p>
            <a:pPr lvl="1">
              <a:lnSpc>
                <a:spcPct val="170000"/>
              </a:lnSpc>
            </a:pP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SUPPLIER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Product supplier</a:t>
            </a:r>
          </a:p>
          <a:p>
            <a:pPr lvl="1">
              <a:lnSpc>
                <a:spcPct val="170000"/>
              </a:lnSpc>
            </a:pP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YEAR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Year of sale</a:t>
            </a:r>
          </a:p>
          <a:p>
            <a:pPr>
              <a:lnSpc>
                <a:spcPct val="170000"/>
              </a:lnSpc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66853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9945D-036A-1B72-F725-19D81B54E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PREPARATION AND MODELLING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1D7C94-E3CE-5AF8-A71D-663C3F0789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61599"/>
            <a:ext cx="10515600" cy="43513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Imported the CSV file into Power BI Desktop.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Checked for data types (numeric, text, year).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calculated measures using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DAX (Data Analysis Expressions):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Retail Sales = SUM([RETAIL SALES])</a:t>
            </a:r>
          </a:p>
          <a:p>
            <a:pPr lvl="1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Warehouse Sales = SUM([WAREHOUSE SALES])</a:t>
            </a:r>
          </a:p>
          <a:p>
            <a:pPr lvl="1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Retail Sales = AVERAGE([RETAIL SALES])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relationships between fields and formatted values for readability (M, K).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932972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080991-9A0E-BDA6-DE90-D43A31DF0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9653" y="450814"/>
            <a:ext cx="9392421" cy="1160209"/>
          </a:xfrm>
        </p:spPr>
        <p:txBody>
          <a:bodyPr>
            <a:normAutofit/>
          </a:bodyPr>
          <a:lstStyle/>
          <a:p>
            <a:r>
              <a:rPr lang="en-IN" b="1" dirty="0"/>
              <a:t>DASHBOARD DESIGN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356BBF-1207-352D-DDCC-09FBF4CD60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5824" y="2061836"/>
            <a:ext cx="5670176" cy="414757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dashboard provides a summarized visualization of the warehouse and retail sales data. </a:t>
            </a:r>
          </a:p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includes key metrics, sales trends, and category-wise insights for the years 2017–2020.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Title: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Montgomery County Alcohol Beverage Services – Sales Dashboard (2017–2020)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Sections Included: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 Visual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Location of the company (Montgomery County, Maryland)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KPI Cards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Key metrics such as Total Retail Sales, Total Transfers, Warehouse Sales, and Average Retail Sales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 Chart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Top 5 Item Types by Total Sales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Pie Chart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Comparison of Retail vs Warehouse Sales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 Chart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Trend of Retail and Warehouse Sales by Year</a:t>
            </a:r>
          </a:p>
          <a:p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66EB58-10EE-D9A0-8328-BC39AEAE48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940438"/>
            <a:ext cx="5670175" cy="4307965"/>
          </a:xfrm>
          <a:prstGeom prst="rect">
            <a:avLst/>
          </a:prstGeom>
        </p:spPr>
      </p:pic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6158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0C99FC-EAA0-CF90-C9C9-5E6B919943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10741"/>
            <a:ext cx="10515600" cy="4783813"/>
          </a:xfrm>
        </p:spPr>
        <p:txBody>
          <a:bodyPr>
            <a:normAutofit fontScale="77500" lnSpcReduction="20000"/>
          </a:bodyPr>
          <a:lstStyle/>
          <a:p>
            <a:pPr marL="0" indent="0">
              <a:lnSpc>
                <a:spcPct val="160000"/>
              </a:lnSpc>
              <a:buNone/>
            </a:pPr>
            <a:r>
              <a:rPr lang="en-IN" sz="31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</a:t>
            </a:r>
            <a:r>
              <a:rPr lang="en-IN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lnSpc>
                <a:spcPct val="17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Item Types: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Wine and Beer recorded the highest sales among categories.</a:t>
            </a:r>
          </a:p>
          <a:p>
            <a:pPr>
              <a:lnSpc>
                <a:spcPct val="17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Warehouse Sales: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Contribute over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75%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total sales, showing strong wholesale distribution.</a:t>
            </a:r>
          </a:p>
          <a:p>
            <a:pPr>
              <a:lnSpc>
                <a:spcPct val="17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Retail Sales Trend: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Steady growth after 2018 with peak performance in 2019.</a:t>
            </a:r>
          </a:p>
          <a:p>
            <a:pPr>
              <a:lnSpc>
                <a:spcPct val="17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Retail Sales: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Consistent sales per item indicate stable retail demand.</a:t>
            </a:r>
          </a:p>
          <a:p>
            <a:pPr>
              <a:lnSpc>
                <a:spcPct val="17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Geographic Insight: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Sales and operations centered in Montgomery County, Maryland.</a:t>
            </a:r>
          </a:p>
          <a:p>
            <a:pPr marL="0" indent="0">
              <a:lnSpc>
                <a:spcPct val="160000"/>
              </a:lnSpc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78829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EEA34-BF07-9FAA-8501-0945CF5049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A3A50C-62BB-A21F-2D7B-61AC22C3E9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lnSpc>
                <a:spcPct val="16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Power BI dashboard provides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comprehensive overview of sales performance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between 2017–2020.</a:t>
            </a:r>
          </a:p>
          <a:p>
            <a:pPr>
              <a:lnSpc>
                <a:spcPct val="16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identify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top-performing product categories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yearly sales trends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6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visualization enables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data-driven decision-making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inventory and marketing strategies.</a:t>
            </a:r>
          </a:p>
          <a:p>
            <a:pPr>
              <a:lnSpc>
                <a:spcPct val="16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demonstrates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end-to-end data science process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collection, cleaning, analysis, visualization, and interpretation.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98491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521</Words>
  <Application>Microsoft Office PowerPoint</Application>
  <PresentationFormat>Widescreen</PresentationFormat>
  <Paragraphs>49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Times New Roman</vt:lpstr>
      <vt:lpstr>Wingdings</vt:lpstr>
      <vt:lpstr>Office Theme</vt:lpstr>
      <vt:lpstr>Warehouse and Retail Sales Dashboard (2017–2020)</vt:lpstr>
      <vt:lpstr>INTRODUCTION</vt:lpstr>
      <vt:lpstr>DATASET DESCRIPTION</vt:lpstr>
      <vt:lpstr>DATA PREPARATION AND MODELLING</vt:lpstr>
      <vt:lpstr>DASHBOARD DESIGN OVERVIEW</vt:lpstr>
      <vt:lpstr>PowerPoint Presentation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MADHAN S</dc:creator>
  <cp:lastModifiedBy>MADHAN S</cp:lastModifiedBy>
  <cp:revision>1</cp:revision>
  <dcterms:created xsi:type="dcterms:W3CDTF">2025-10-31T03:26:23Z</dcterms:created>
  <dcterms:modified xsi:type="dcterms:W3CDTF">2025-10-31T03:51:09Z</dcterms:modified>
</cp:coreProperties>
</file>